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1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95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44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9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4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90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4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24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36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07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28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0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3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0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5B155CB-600A-4EC5-898A-61B527B28F8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CFF2201-D6EE-49D5-9269-17F561BDD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0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2570" y="773083"/>
            <a:ext cx="8825658" cy="121953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570" y="2261062"/>
            <a:ext cx="8825658" cy="32862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606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</dc:creator>
  <cp:lastModifiedBy>AI</cp:lastModifiedBy>
  <cp:revision>2</cp:revision>
  <dcterms:created xsi:type="dcterms:W3CDTF">2026-02-11T06:03:47Z</dcterms:created>
  <dcterms:modified xsi:type="dcterms:W3CDTF">2026-02-11T07:22:37Z</dcterms:modified>
</cp:coreProperties>
</file>